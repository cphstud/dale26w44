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1F5403-1B45-4A1B-D174-16D388EA8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9FC73F39-7677-58EE-BD54-980567550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5A68045-C340-18AA-C740-6D67C4C2A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08FC8-A5BA-2243-9765-E88522FFF8AB}" type="datetimeFigureOut">
              <a:t>22.10.2026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8220ECB-52C1-6D8C-34DA-F25682817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4849AF4-3F0E-339B-81CC-615143992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4749-43A8-0642-8737-A2EF3954E17B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39222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2DEAC1-F34A-A270-1AF4-7B580A865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13058B5-2C4E-2519-EA1D-88697E060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532C171-8061-07C5-F6FB-522AE320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08FC8-A5BA-2243-9765-E88522FFF8AB}" type="datetimeFigureOut">
              <a:t>22.10.2026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F7933F8-319A-0545-2C5E-3468A1775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6AF31BE-E466-6F4F-A02A-52F1EE8CA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4749-43A8-0642-8737-A2EF3954E17B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54656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28594D-B6F9-93D6-C202-87B990C4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1496383-898F-A678-84D5-B98BA9BFC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B52F834-6EE0-AF5E-9A95-5277DBF59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08FC8-A5BA-2243-9765-E88522FFF8AB}" type="datetimeFigureOut">
              <a:t>22.10.2026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8250E1C-A552-9F81-3184-DAB1457B1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2642956-B9ED-F582-8087-219E5FCAF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4749-43A8-0642-8737-A2EF3954E17B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08738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8B3F97-554B-504A-4228-47134148A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06664E5-61D5-8983-F7C4-799783E1C4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AEDF537E-C154-1F8B-AD67-5EA38DA9E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FB9500B-E938-C5BD-0EF8-747EC55A1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08FC8-A5BA-2243-9765-E88522FFF8AB}" type="datetimeFigureOut">
              <a:t>22.10.2026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28D4953-822A-C30A-E145-C6CC48D3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F98466D-4C8E-4180-7D04-921950706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4749-43A8-0642-8737-A2EF3954E17B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54855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C6D613-F54D-DE55-2502-F6CA7B365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FF862CA-CFD9-05C7-EFDE-D5F9AD7C0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59E7CE78-C3D3-5CF2-6EE5-8222DE966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DCAE3024-D9EA-62F4-18B0-926CB302A2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8590A11A-2B3F-9805-186E-63CD57FCB0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50DAC172-B374-7F73-D96C-945316B15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08FC8-A5BA-2243-9765-E88522FFF8AB}" type="datetimeFigureOut">
              <a:t>22.10.2026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0407AB65-8CC0-BF91-4D24-A2FF685A1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A44444B0-A323-A4BF-78EB-409F6F97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4749-43A8-0642-8737-A2EF3954E17B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70940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7D30AC-51D7-B8C0-3C87-260423307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E58BCB35-4F65-7F09-187F-9FDF63A6C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08FC8-A5BA-2243-9765-E88522FFF8AB}" type="datetimeFigureOut">
              <a:t>22.10.2026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182F24A5-96B6-BA62-02C0-C49D23592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7C79626F-BD91-21D5-7BF7-F2E679D94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4749-43A8-0642-8737-A2EF3954E17B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74207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154C8A53-70D0-BD17-9676-B04274EF7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08FC8-A5BA-2243-9765-E88522FFF8AB}" type="datetimeFigureOut">
              <a:t>22.10.2026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1CC28096-40D2-0880-89C3-BDF3391B8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360DD27-882A-BEED-35BD-48ED440DD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4749-43A8-0642-8737-A2EF3954E17B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61632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A5027B-09B0-E0B0-C7BE-B6A8066D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EE9CD1D-4123-8240-34B8-86668EFC9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F35B0ABF-D2F0-BDB4-7D0A-951F0CE95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8B0A1AB3-2AAA-D916-F76C-3FE1379FB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08FC8-A5BA-2243-9765-E88522FFF8AB}" type="datetimeFigureOut">
              <a:t>22.10.2026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B94A52A-4CC6-932F-D6A4-07E1CACCA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B2748D00-7FCF-D27C-0884-219F06571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4749-43A8-0642-8737-A2EF3954E17B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77055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93C313-21E1-C072-F634-0FF4A24E5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01D946BC-6C8C-21E8-EEDD-CE2508A66C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B5C274E0-B3C1-E079-B079-E2F04284E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FFD9649A-716C-BD4A-B2DE-4D92B5319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08FC8-A5BA-2243-9765-E88522FFF8AB}" type="datetimeFigureOut">
              <a:t>22.10.2026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FC507B4-36D8-79E3-601A-3968E0C08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A290CC06-7F78-1A32-17DC-8C6361C8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4749-43A8-0642-8737-A2EF3954E17B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30831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F85320-F670-E8B8-256D-F6F0572B3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7E35EAD9-94CB-7370-FC9D-1C73333A3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457CB77-0088-6463-225D-D0E683D9A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08FC8-A5BA-2243-9765-E88522FFF8AB}" type="datetimeFigureOut">
              <a:t>22.10.2026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277B7D8-2B6C-AFC7-77FC-7E5AEFC78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4E387A24-7B49-A117-B1EB-17BAB01B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4749-43A8-0642-8737-A2EF3954E17B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65582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57E65D81-EA6F-95E9-09DB-EE76A983B0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30897D3B-AB15-D5E9-183A-78978CBA7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8BD9D15-813A-3F21-B2BD-3DBBD7D88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08FC8-A5BA-2243-9765-E88522FFF8AB}" type="datetimeFigureOut">
              <a:t>22.10.2026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3B9DAEB-DBDE-F47E-1B0F-61988DD66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9DF5FB5-5B4D-292D-C5EC-AD5E93622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4749-43A8-0642-8737-A2EF3954E17B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38583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35FBA5BD-82E4-08D1-AADE-3817FC498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5C96C17-A400-8359-E1D4-816F8DBEB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DD10077-ACB9-A4D6-C3C8-A32AF3C264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808FC8-A5BA-2243-9765-E88522FFF8AB}" type="datetimeFigureOut">
              <a:t>22.10.2026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81041D5-CBB3-CAF4-9E31-D2F2CCA636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295588B-BDE1-A7E5-973F-88BCD40DF9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C54749-43A8-0642-8737-A2EF3954E17B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82533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CC349258-DC4A-CD7A-A31A-FEE30D7B8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127" y="726510"/>
            <a:ext cx="7772400" cy="500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792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62BC0-7A4E-4601-283C-F993AB1DB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D49864AA-4455-49E6-FC79-4BD532610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5615" y="0"/>
            <a:ext cx="39607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35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E8B7-C658-591E-7DAA-7B42FA620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37C0971F-C063-44A7-5777-441CF46EE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732" y="415037"/>
            <a:ext cx="6533268" cy="4813036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17E8F50F-1AAD-1E82-346C-8F720B6DCA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348"/>
          <a:stretch>
            <a:fillRect/>
          </a:stretch>
        </p:blipFill>
        <p:spPr>
          <a:xfrm>
            <a:off x="172332" y="368146"/>
            <a:ext cx="6190890" cy="490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813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27E23-70C3-BAD2-7CB4-5581BA5DE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2928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Office-tema</vt:lpstr>
      <vt:lpstr>PowerPoint-præsentation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Thorbjørn Wulf</dc:creator>
  <cp:lastModifiedBy>Thorbjørn Wulf</cp:lastModifiedBy>
  <cp:revision>1</cp:revision>
  <dcterms:created xsi:type="dcterms:W3CDTF">2026-10-22T08:06:44Z</dcterms:created>
  <dcterms:modified xsi:type="dcterms:W3CDTF">2026-10-22T10:19:34Z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2026-10-22T10:19:33Z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9aafd452-b819-40a3-a400-f94ff33b0125</vt:lpwstr>
  </property>
  <property fmtid="{D5CDD505-2E9C-101B-9397-08002B2CF9AE}" pid="7" name="MSIP_Label_defa4170-0d19-0005-0004-bc88714345d2_ActionId">
    <vt:lpwstr>271dedb4-b688-4c20-8d20-1231747d0da6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